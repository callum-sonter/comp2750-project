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16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001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MQ Marketplace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Campus Marketplace Web Application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0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COMP2750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31520" y="3749040"/>
            <a:ext cx="1828800" cy="6400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731520" y="37490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</a:rPr>
              <a:t>Callum Sonter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2743200" y="3749040"/>
            <a:ext cx="1828800" cy="6400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2743200" y="37490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</a:rPr>
              <a:t>Jordan Puleitu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754880" y="3749040"/>
            <a:ext cx="1828800" cy="6400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754880" y="37490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</a:rPr>
              <a:t>MD Tanjil Alam Emon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66560" y="3749040"/>
            <a:ext cx="1828800" cy="6400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" name="Google Shape;26;p3"/>
          <p:cNvSpPr/>
          <p:nvPr/>
        </p:nvSpPr>
        <p:spPr>
          <a:xfrm>
            <a:off x="6766560" y="37490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dirty="0">
                <a:solidFill>
                  <a:srgbClr val="FFFFFF"/>
                </a:solidFill>
                <a:ea typeface="Calibri"/>
              </a:rPr>
              <a:t>Zhang </a:t>
            </a:r>
            <a:r>
              <a:rPr lang="en-US" sz="1100" dirty="0" err="1">
                <a:solidFill>
                  <a:srgbClr val="FFFFFF"/>
                </a:solidFill>
                <a:ea typeface="Calibri"/>
              </a:rPr>
              <a:t>Bowei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5001A"/>
          </a:solidFill>
          <a:ln w="12700" cap="flat" cmpd="sng">
            <a:solidFill>
              <a:srgbClr val="C500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Application Overview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What We Built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57200" y="1371600"/>
            <a:ext cx="384048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Firebase Authentication </a:t>
            </a:r>
            <a:r>
              <a:rPr lang="en-US" sz="1300">
                <a:solidFill>
                  <a:srgbClr val="1F2937"/>
                </a:solidFill>
              </a:rPr>
              <a:t>-</a:t>
            </a:r>
            <a:r>
              <a:rPr lang="en-US" sz="13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email/password sign in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Firestore database for persistent item storage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Marketplace </a:t>
            </a:r>
            <a:r>
              <a:rPr lang="en-US" sz="1300">
                <a:solidFill>
                  <a:srgbClr val="1F2937"/>
                </a:solidFill>
              </a:rPr>
              <a:t>-</a:t>
            </a:r>
            <a:r>
              <a:rPr lang="en-US" sz="13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view other users' items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My Listings </a:t>
            </a:r>
            <a:r>
              <a:rPr lang="en-US" sz="1300">
                <a:solidFill>
                  <a:srgbClr val="1F2937"/>
                </a:solidFill>
              </a:rPr>
              <a:t>-</a:t>
            </a:r>
            <a:r>
              <a:rPr lang="en-US" sz="13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view your own listed items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My Shortlist </a:t>
            </a:r>
            <a:r>
              <a:rPr lang="en-US" sz="1300">
                <a:solidFill>
                  <a:srgbClr val="1F2937"/>
                </a:solidFill>
              </a:rPr>
              <a:t>-</a:t>
            </a:r>
            <a:r>
              <a:rPr lang="en-US" sz="13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save and manage favourite items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1F2937"/>
                </a:solidFill>
              </a:rPr>
              <a:t>Authentication</a:t>
            </a:r>
            <a:r>
              <a:rPr lang="en-US" sz="13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guard </a:t>
            </a:r>
            <a:r>
              <a:rPr lang="en-US" sz="1300">
                <a:solidFill>
                  <a:srgbClr val="1F2937"/>
                </a:solidFill>
              </a:rPr>
              <a:t>-</a:t>
            </a:r>
            <a:r>
              <a:rPr lang="en-US" sz="13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redirects unauthenticated users to login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754880" y="914400"/>
            <a:ext cx="3931920" cy="384048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029200" y="10972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001A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C5001A"/>
                </a:solidFill>
                <a:latin typeface="Arial"/>
                <a:ea typeface="Arial"/>
                <a:cs typeface="Arial"/>
                <a:sym typeface="Arial"/>
              </a:rPr>
              <a:t>Tech Stack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029200" y="1645920"/>
            <a:ext cx="3383280" cy="5029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5029200" y="164592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76200" rIns="76200" bIns="762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200">
                <a:solidFill>
                  <a:srgbClr val="1F2937"/>
                </a:solidFill>
              </a:rPr>
              <a:t>-</a:t>
            </a: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 Page structure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029200" y="2221992"/>
            <a:ext cx="3383280" cy="5029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5029200" y="2221992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76200" rIns="76200" bIns="762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CSS &amp; Bo</a:t>
            </a:r>
            <a:r>
              <a:rPr lang="en-US" sz="1200" b="1">
                <a:solidFill>
                  <a:srgbClr val="1F2937"/>
                </a:solidFill>
              </a:rPr>
              <a:t>otstrap</a:t>
            </a: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>
                <a:solidFill>
                  <a:srgbClr val="1F2937"/>
                </a:solidFill>
              </a:rPr>
              <a:t>-</a:t>
            </a: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Styling &amp; layout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029200" y="2798064"/>
            <a:ext cx="3383280" cy="5029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5029200" y="2798064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76200" rIns="76200" bIns="762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JavaScript </a:t>
            </a:r>
            <a:r>
              <a:rPr lang="en-US" sz="1200" b="1">
                <a:solidFill>
                  <a:srgbClr val="1F2937"/>
                </a:solidFill>
              </a:rPr>
              <a:t>-</a:t>
            </a: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Logic &amp; interactivity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029200" y="3374136"/>
            <a:ext cx="3383280" cy="5029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5029200" y="3374136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76200" rIns="76200" bIns="762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Firebase Auth</a:t>
            </a:r>
            <a:r>
              <a:rPr lang="en-US" sz="1200">
                <a:solidFill>
                  <a:srgbClr val="1F2937"/>
                </a:solidFill>
              </a:rPr>
              <a:t> - </a:t>
            </a: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User authentication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029200" y="3950208"/>
            <a:ext cx="3383280" cy="5029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029200" y="395020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76200" rIns="76200" bIns="762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Cloud Firestore</a:t>
            </a: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solidFill>
                  <a:srgbClr val="1F2937"/>
                </a:solidFill>
              </a:rPr>
              <a:t>-</a:t>
            </a:r>
            <a:r>
              <a:rPr lang="en-US" sz="12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 Database &amp; storage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5001A"/>
          </a:solidFill>
          <a:ln w="12700" cap="flat" cmpd="sng">
            <a:solidFill>
              <a:srgbClr val="C500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457200" y="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Firebase Authentication &amp; Login Page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858000" y="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4572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57200" y="914400"/>
            <a:ext cx="2011680" cy="36576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457200" y="9144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5001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C5001A"/>
                </a:solidFill>
                <a:latin typeface="Consolas"/>
                <a:ea typeface="Consolas"/>
                <a:cs typeface="Consolas"/>
                <a:sym typeface="Consolas"/>
              </a:rPr>
              <a:t>login.html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57200" y="1463040"/>
            <a:ext cx="384048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-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login.html to link entry point to webpage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-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firebase authentication to verify email and password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-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Shows feedback when sign in is successful or unsuccessful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-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Redirects successful users to index(welcome) page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-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access controls by requiring users to sign in before accessing the marketplace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572000" y="914400"/>
            <a:ext cx="4114800" cy="384048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4572000" y="91440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5001A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C5001A"/>
                </a:solidFill>
                <a:latin typeface="Arial"/>
                <a:ea typeface="Arial"/>
                <a:cs typeface="Arial"/>
                <a:sym typeface="Arial"/>
              </a:rPr>
              <a:t>Figma Design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2300" y="1463050"/>
            <a:ext cx="3994500" cy="3111806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5001A"/>
          </a:solidFill>
          <a:ln w="12700" cap="flat" cmpd="sng">
            <a:solidFill>
              <a:srgbClr val="C500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457200" y="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Browse Marketplace Page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6858000" y="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457200" y="914400"/>
            <a:ext cx="2011680" cy="36576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457200" y="9144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5001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C5001A"/>
                </a:solidFill>
                <a:latin typeface="Consolas"/>
                <a:ea typeface="Consolas"/>
                <a:cs typeface="Consolas"/>
                <a:sym typeface="Consolas"/>
              </a:rPr>
              <a:t>marketplace.html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57200" y="1463040"/>
            <a:ext cx="384048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1.Connect front-end webpage with Firebase Firestore database Fetch all goods data from items collection and auto-generate product cards dynamically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2.Render item name, description, price, category and seller information on page Add Add to 3.Shortlist button: save goods into shortlist collection with current user’s UID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4.After saving, auto redirect to My Shortlist page developed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5.Login verification: unlogged users will be forced to redirect to login page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4572000" y="914400"/>
            <a:ext cx="4114800" cy="384048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4572000" y="91440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5001A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C5001A"/>
                </a:solidFill>
                <a:latin typeface="Arial"/>
                <a:ea typeface="Arial"/>
                <a:cs typeface="Arial"/>
                <a:sym typeface="Arial"/>
              </a:rPr>
              <a:t>Figma Design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" name="Google Shape;76;p6" title="aaab539aba18d51f54c8cbfeff8e5d2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3525" y="1280150"/>
            <a:ext cx="4211748" cy="3663876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5001A"/>
          </a:solidFill>
          <a:ln w="12700" cap="flat" cmpd="sng">
            <a:solidFill>
              <a:srgbClr val="C500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457200" y="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My Listings Page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6858000" y="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i="1">
                <a:solidFill>
                  <a:srgbClr val="FFFFFF"/>
                </a:solidFill>
              </a:rPr>
              <a:t>Callum Sonter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457200" y="914400"/>
            <a:ext cx="2011680" cy="36576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457200" y="9144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5001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C5001A"/>
                </a:solidFill>
                <a:latin typeface="Consolas"/>
                <a:ea typeface="Consolas"/>
                <a:cs typeface="Consolas"/>
                <a:sym typeface="Consolas"/>
              </a:rPr>
              <a:t>mylistings.html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457200" y="1463040"/>
            <a:ext cx="384048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Queries Firestore items filtered by sellerId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Only shows items belonging to signed-in user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Displays name, description, price, category, seller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Handles Trade items and image placeholders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Auth guard redirects unauthenticated users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4572000" y="914400"/>
            <a:ext cx="4114800" cy="384048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4572000" y="91440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5001A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C5001A"/>
                </a:solidFill>
                <a:latin typeface="Arial"/>
                <a:ea typeface="Arial"/>
                <a:cs typeface="Arial"/>
                <a:sym typeface="Arial"/>
              </a:rPr>
              <a:t>Figma Design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4572000" y="137160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325876"/>
            <a:ext cx="4114799" cy="28773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5001A"/>
          </a:solidFill>
          <a:ln w="12700" cap="flat" cmpd="sng">
            <a:solidFill>
              <a:srgbClr val="C500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8"/>
          <p:cNvSpPr/>
          <p:nvPr/>
        </p:nvSpPr>
        <p:spPr>
          <a:xfrm>
            <a:off x="457200" y="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My Shortlist Page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6858000" y="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0" i="1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Zhang </a:t>
            </a:r>
            <a:r>
              <a:rPr lang="en-US" sz="1300" b="0" i="1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Bowei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457200" y="914400"/>
            <a:ext cx="2011680" cy="36576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457200" y="9144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5001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C5001A"/>
                </a:solidFill>
                <a:latin typeface="Consolas"/>
                <a:ea typeface="Consolas"/>
                <a:cs typeface="Consolas"/>
                <a:sym typeface="Consolas"/>
              </a:rPr>
              <a:t>shortlist.html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457200" y="1463040"/>
            <a:ext cx="384048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4572000" y="914400"/>
            <a:ext cx="4114800" cy="384048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4572000" y="91440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5001A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C5001A"/>
                </a:solidFill>
                <a:latin typeface="Arial"/>
                <a:ea typeface="Arial"/>
                <a:cs typeface="Arial"/>
                <a:sym typeface="Arial"/>
              </a:rPr>
              <a:t>Figma Design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 txBox="1"/>
          <p:nvPr/>
        </p:nvSpPr>
        <p:spPr>
          <a:xfrm>
            <a:off x="280525" y="1463025"/>
            <a:ext cx="3894900" cy="38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1. Created My Shortlist page connected to Firebase Firestore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2. Fetch shortlisted items for the currently signed-in user using their UID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3. Display shortlisted item name, description, price, category and seller information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4. Show total number of shortlisted items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5. Allow users to remove items from their shortlist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6. Automatically update Firestore and refresh the displayed shortlist after removal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7. Login verification: unauthenticated users are redirected to the login page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6" name="Google Shape;106;p8" title="Desktop -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1001" y="1280150"/>
            <a:ext cx="4195800" cy="330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386</Words>
  <Application>Microsoft Office PowerPoint</Application>
  <PresentationFormat>On-screen Show (16:9)</PresentationFormat>
  <Paragraphs>62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Callum Sonter</cp:lastModifiedBy>
  <cp:revision>2</cp:revision>
  <dcterms:modified xsi:type="dcterms:W3CDTF">2026-06-05T04:50:36Z</dcterms:modified>
</cp:coreProperties>
</file>